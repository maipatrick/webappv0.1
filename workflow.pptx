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DF44C-013D-4D04-93B9-BAF2EA383D21}" v="33" dt="2025-03-21T10:22:19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Mai" userId="6c527acd-99f3-48d4-ae51-756b0aca3cb1" providerId="ADAL" clId="{258DF44C-013D-4D04-93B9-BAF2EA383D21}"/>
    <pc:docChg chg="undo custSel addSld modSld">
      <pc:chgData name="Patrick Mai" userId="6c527acd-99f3-48d4-ae51-756b0aca3cb1" providerId="ADAL" clId="{258DF44C-013D-4D04-93B9-BAF2EA383D21}" dt="2025-03-21T10:26:19.864" v="734" actId="9405"/>
      <pc:docMkLst>
        <pc:docMk/>
      </pc:docMkLst>
      <pc:sldChg chg="addSp delSp modSp new mod">
        <pc:chgData name="Patrick Mai" userId="6c527acd-99f3-48d4-ae51-756b0aca3cb1" providerId="ADAL" clId="{258DF44C-013D-4D04-93B9-BAF2EA383D21}" dt="2025-03-21T10:12:16.537" v="158" actId="20577"/>
        <pc:sldMkLst>
          <pc:docMk/>
          <pc:sldMk cId="2330778658" sldId="256"/>
        </pc:sldMkLst>
        <pc:spChg chg="del">
          <ac:chgData name="Patrick Mai" userId="6c527acd-99f3-48d4-ae51-756b0aca3cb1" providerId="ADAL" clId="{258DF44C-013D-4D04-93B9-BAF2EA383D21}" dt="2025-03-21T10:07:38.475" v="1" actId="478"/>
          <ac:spMkLst>
            <pc:docMk/>
            <pc:sldMk cId="2330778658" sldId="256"/>
            <ac:spMk id="2" creationId="{16702E1E-BE6B-9CB6-BD54-D3BCCF00FBE0}"/>
          </ac:spMkLst>
        </pc:spChg>
        <pc:spChg chg="del">
          <ac:chgData name="Patrick Mai" userId="6c527acd-99f3-48d4-ae51-756b0aca3cb1" providerId="ADAL" clId="{258DF44C-013D-4D04-93B9-BAF2EA383D21}" dt="2025-03-21T10:07:39.533" v="2" actId="478"/>
          <ac:spMkLst>
            <pc:docMk/>
            <pc:sldMk cId="2330778658" sldId="256"/>
            <ac:spMk id="3" creationId="{23BC4EA5-D90B-E614-8C99-9734A9FAB023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4" creationId="{88E7723B-3A9A-317B-B270-C16E7A43DE07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5" creationId="{5D9D7261-E405-298E-BACA-0A9D963F2404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9" creationId="{E71FB8CD-CBB0-E5A9-69D2-9DB9BBBD0FD4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10" creationId="{222F5A24-7847-798F-E022-8F04C212D55F}"/>
          </ac:spMkLst>
        </pc:spChg>
        <pc:spChg chg="add del mod">
          <ac:chgData name="Patrick Mai" userId="6c527acd-99f3-48d4-ae51-756b0aca3cb1" providerId="ADAL" clId="{258DF44C-013D-4D04-93B9-BAF2EA383D21}" dt="2025-03-21T10:09:27.549" v="51" actId="478"/>
          <ac:spMkLst>
            <pc:docMk/>
            <pc:sldMk cId="2330778658" sldId="256"/>
            <ac:spMk id="13" creationId="{443B177D-E7F8-7CE1-4296-79EC30CC25A9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16" creationId="{C495B0F4-3F09-6128-E30E-74A3ABE44566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21" creationId="{BF2F0EA8-E5FF-916B-F313-2B443429D43D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22" creationId="{7B0E2CCC-44BF-CB15-C13E-0C4EA9013318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23" creationId="{CCC8E574-C8DD-4A5D-7FA3-159F5E7D341B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24" creationId="{2B5E0DCC-3E2B-5F7A-2FDD-D268806AE277}"/>
          </ac:spMkLst>
        </pc:spChg>
        <pc:spChg chg="add mod">
          <ac:chgData name="Patrick Mai" userId="6c527acd-99f3-48d4-ae51-756b0aca3cb1" providerId="ADAL" clId="{258DF44C-013D-4D04-93B9-BAF2EA383D21}" dt="2025-03-21T10:11:46.980" v="147" actId="164"/>
          <ac:spMkLst>
            <pc:docMk/>
            <pc:sldMk cId="2330778658" sldId="256"/>
            <ac:spMk id="35" creationId="{72D41677-2FE6-2228-C47B-A39E99674D47}"/>
          </ac:spMkLst>
        </pc:spChg>
        <pc:spChg chg="add mod">
          <ac:chgData name="Patrick Mai" userId="6c527acd-99f3-48d4-ae51-756b0aca3cb1" providerId="ADAL" clId="{258DF44C-013D-4D04-93B9-BAF2EA383D21}" dt="2025-03-21T10:12:16.537" v="158" actId="20577"/>
          <ac:spMkLst>
            <pc:docMk/>
            <pc:sldMk cId="2330778658" sldId="256"/>
            <ac:spMk id="41" creationId="{981AB2B9-4B19-7BB8-7737-68055F49876D}"/>
          </ac:spMkLst>
        </pc:spChg>
        <pc:grpChg chg="mod">
          <ac:chgData name="Patrick Mai" userId="6c527acd-99f3-48d4-ae51-756b0aca3cb1" providerId="ADAL" clId="{258DF44C-013D-4D04-93B9-BAF2EA383D21}" dt="2025-03-21T10:10:02.413" v="86"/>
          <ac:grpSpMkLst>
            <pc:docMk/>
            <pc:sldMk cId="2330778658" sldId="256"/>
            <ac:grpSpMk id="20" creationId="{2BBEBB09-4672-7690-00E1-3E0557FBB320}"/>
          </ac:grpSpMkLst>
        </pc:grpChg>
        <pc:grpChg chg="del mod">
          <ac:chgData name="Patrick Mai" userId="6c527acd-99f3-48d4-ae51-756b0aca3cb1" providerId="ADAL" clId="{258DF44C-013D-4D04-93B9-BAF2EA383D21}" dt="2025-03-21T10:11:28.025" v="141"/>
          <ac:grpSpMkLst>
            <pc:docMk/>
            <pc:sldMk cId="2330778658" sldId="256"/>
            <ac:grpSpMk id="29" creationId="{CA093C7F-7517-6DDD-E9C0-BFE38CDB326E}"/>
          </ac:grpSpMkLst>
        </pc:grpChg>
        <pc:grpChg chg="mod">
          <ac:chgData name="Patrick Mai" userId="6c527acd-99f3-48d4-ae51-756b0aca3cb1" providerId="ADAL" clId="{258DF44C-013D-4D04-93B9-BAF2EA383D21}" dt="2025-03-21T10:11:12.998" v="126"/>
          <ac:grpSpMkLst>
            <pc:docMk/>
            <pc:sldMk cId="2330778658" sldId="256"/>
            <ac:grpSpMk id="34" creationId="{B1A379BC-C7E1-D97F-E29C-9B40A9BDB52A}"/>
          </ac:grpSpMkLst>
        </pc:grpChg>
        <pc:grpChg chg="mod">
          <ac:chgData name="Patrick Mai" userId="6c527acd-99f3-48d4-ae51-756b0aca3cb1" providerId="ADAL" clId="{258DF44C-013D-4D04-93B9-BAF2EA383D21}" dt="2025-03-21T10:11:28.025" v="141"/>
          <ac:grpSpMkLst>
            <pc:docMk/>
            <pc:sldMk cId="2330778658" sldId="256"/>
            <ac:grpSpMk id="37" creationId="{A08C6722-9BDA-912E-2EC4-AF9296972ADB}"/>
          </ac:grpSpMkLst>
        </pc:grpChg>
        <pc:grpChg chg="mod">
          <ac:chgData name="Patrick Mai" userId="6c527acd-99f3-48d4-ae51-756b0aca3cb1" providerId="ADAL" clId="{258DF44C-013D-4D04-93B9-BAF2EA383D21}" dt="2025-03-21T10:11:50.250" v="149" actId="14100"/>
          <ac:grpSpMkLst>
            <pc:docMk/>
            <pc:sldMk cId="2330778658" sldId="256"/>
            <ac:grpSpMk id="40" creationId="{EBC52CFD-E4CE-5331-AF76-2F914624B7CE}"/>
          </ac:grpSpMkLst>
        </pc:grpChg>
        <pc:inkChg chg="add">
          <ac:chgData name="Patrick Mai" userId="6c527acd-99f3-48d4-ae51-756b0aca3cb1" providerId="ADAL" clId="{258DF44C-013D-4D04-93B9-BAF2EA383D21}" dt="2025-03-21T10:08:50.678" v="32" actId="9405"/>
          <ac:inkMkLst>
            <pc:docMk/>
            <pc:sldMk cId="2330778658" sldId="256"/>
            <ac:inkMk id="6" creationId="{51FE1B0E-7D60-5091-ADE1-F68B376E5E31}"/>
          </ac:inkMkLst>
        </pc:inkChg>
        <pc:inkChg chg="add del">
          <ac:chgData name="Patrick Mai" userId="6c527acd-99f3-48d4-ae51-756b0aca3cb1" providerId="ADAL" clId="{258DF44C-013D-4D04-93B9-BAF2EA383D21}" dt="2025-03-21T10:08:52.981" v="34" actId="9405"/>
          <ac:inkMkLst>
            <pc:docMk/>
            <pc:sldMk cId="2330778658" sldId="256"/>
            <ac:inkMk id="7" creationId="{D6C2C77A-F216-9F2E-32D4-4D77ED4E024C}"/>
          </ac:inkMkLst>
        </pc:inkChg>
        <pc:inkChg chg="add">
          <ac:chgData name="Patrick Mai" userId="6c527acd-99f3-48d4-ae51-756b0aca3cb1" providerId="ADAL" clId="{258DF44C-013D-4D04-93B9-BAF2EA383D21}" dt="2025-03-21T10:08:54.728" v="35" actId="9405"/>
          <ac:inkMkLst>
            <pc:docMk/>
            <pc:sldMk cId="2330778658" sldId="256"/>
            <ac:inkMk id="8" creationId="{B14CC77D-A42F-ECFC-0BEC-8507BBF1C23F}"/>
          </ac:inkMkLst>
        </pc:inkChg>
        <pc:inkChg chg="add">
          <ac:chgData name="Patrick Mai" userId="6c527acd-99f3-48d4-ae51-756b0aca3cb1" providerId="ADAL" clId="{258DF44C-013D-4D04-93B9-BAF2EA383D21}" dt="2025-03-21T10:09:16.665" v="47" actId="9405"/>
          <ac:inkMkLst>
            <pc:docMk/>
            <pc:sldMk cId="2330778658" sldId="256"/>
            <ac:inkMk id="11" creationId="{89D11843-EA28-C47C-FBBE-2C1AEBF7FBCF}"/>
          </ac:inkMkLst>
        </pc:inkChg>
        <pc:inkChg chg="add">
          <ac:chgData name="Patrick Mai" userId="6c527acd-99f3-48d4-ae51-756b0aca3cb1" providerId="ADAL" clId="{258DF44C-013D-4D04-93B9-BAF2EA383D21}" dt="2025-03-21T10:09:18.766" v="48" actId="9405"/>
          <ac:inkMkLst>
            <pc:docMk/>
            <pc:sldMk cId="2330778658" sldId="256"/>
            <ac:inkMk id="12" creationId="{343A0C0A-F6DE-5A9B-6ACE-4A4BE912CB55}"/>
          </ac:inkMkLst>
        </pc:inkChg>
        <pc:inkChg chg="add del">
          <ac:chgData name="Patrick Mai" userId="6c527acd-99f3-48d4-ae51-756b0aca3cb1" providerId="ADAL" clId="{258DF44C-013D-4D04-93B9-BAF2EA383D21}" dt="2025-03-21T10:09:36.652" v="53"/>
          <ac:inkMkLst>
            <pc:docMk/>
            <pc:sldMk cId="2330778658" sldId="256"/>
            <ac:inkMk id="14" creationId="{E1C308C6-5156-773F-4F46-67ED33693E27}"/>
          </ac:inkMkLst>
        </pc:inkChg>
        <pc:inkChg chg="add mod">
          <ac:chgData name="Patrick Mai" userId="6c527acd-99f3-48d4-ae51-756b0aca3cb1" providerId="ADAL" clId="{258DF44C-013D-4D04-93B9-BAF2EA383D21}" dt="2025-03-21T10:09:36.837" v="54"/>
          <ac:inkMkLst>
            <pc:docMk/>
            <pc:sldMk cId="2330778658" sldId="256"/>
            <ac:inkMk id="15" creationId="{81E79574-3CD5-A5AC-E27A-9672F1FB0001}"/>
          </ac:inkMkLst>
        </pc:inkChg>
        <pc:inkChg chg="add mod">
          <ac:chgData name="Patrick Mai" userId="6c527acd-99f3-48d4-ae51-756b0aca3cb1" providerId="ADAL" clId="{258DF44C-013D-4D04-93B9-BAF2EA383D21}" dt="2025-03-21T10:10:02.413" v="86"/>
          <ac:inkMkLst>
            <pc:docMk/>
            <pc:sldMk cId="2330778658" sldId="256"/>
            <ac:inkMk id="17" creationId="{B0088465-6864-5ADE-BBEE-19FCA6CD3124}"/>
          </ac:inkMkLst>
        </pc:inkChg>
        <pc:inkChg chg="add mod">
          <ac:chgData name="Patrick Mai" userId="6c527acd-99f3-48d4-ae51-756b0aca3cb1" providerId="ADAL" clId="{258DF44C-013D-4D04-93B9-BAF2EA383D21}" dt="2025-03-21T10:10:02.413" v="86"/>
          <ac:inkMkLst>
            <pc:docMk/>
            <pc:sldMk cId="2330778658" sldId="256"/>
            <ac:inkMk id="18" creationId="{7F4F6A0F-E88C-7642-5E08-9440D895576B}"/>
          </ac:inkMkLst>
        </pc:inkChg>
        <pc:inkChg chg="add mod">
          <ac:chgData name="Patrick Mai" userId="6c527acd-99f3-48d4-ae51-756b0aca3cb1" providerId="ADAL" clId="{258DF44C-013D-4D04-93B9-BAF2EA383D21}" dt="2025-03-21T10:10:02.413" v="86"/>
          <ac:inkMkLst>
            <pc:docMk/>
            <pc:sldMk cId="2330778658" sldId="256"/>
            <ac:inkMk id="19" creationId="{52276DE2-D6A6-F7A4-45E5-525E66D10866}"/>
          </ac:inkMkLst>
        </pc:inkChg>
        <pc:inkChg chg="add">
          <ac:chgData name="Patrick Mai" userId="6c527acd-99f3-48d4-ae51-756b0aca3cb1" providerId="ADAL" clId="{258DF44C-013D-4D04-93B9-BAF2EA383D21}" dt="2025-03-21T10:10:41.691" v="114" actId="9405"/>
          <ac:inkMkLst>
            <pc:docMk/>
            <pc:sldMk cId="2330778658" sldId="256"/>
            <ac:inkMk id="25" creationId="{A458CA27-7992-5531-CEBC-F405F48B56FA}"/>
          </ac:inkMkLst>
        </pc:inkChg>
        <pc:inkChg chg="add mod">
          <ac:chgData name="Patrick Mai" userId="6c527acd-99f3-48d4-ae51-756b0aca3cb1" providerId="ADAL" clId="{258DF44C-013D-4D04-93B9-BAF2EA383D21}" dt="2025-03-21T10:11:28.025" v="141"/>
          <ac:inkMkLst>
            <pc:docMk/>
            <pc:sldMk cId="2330778658" sldId="256"/>
            <ac:inkMk id="26" creationId="{A1A183C6-5BE5-FE5B-A1E7-767D134BEBED}"/>
          </ac:inkMkLst>
        </pc:inkChg>
        <pc:inkChg chg="add mod">
          <ac:chgData name="Patrick Mai" userId="6c527acd-99f3-48d4-ae51-756b0aca3cb1" providerId="ADAL" clId="{258DF44C-013D-4D04-93B9-BAF2EA383D21}" dt="2025-03-21T10:11:28.025" v="141"/>
          <ac:inkMkLst>
            <pc:docMk/>
            <pc:sldMk cId="2330778658" sldId="256"/>
            <ac:inkMk id="27" creationId="{C95FF8AD-6464-E22E-3B8F-3BE22247374C}"/>
          </ac:inkMkLst>
        </pc:inkChg>
        <pc:inkChg chg="add mod">
          <ac:chgData name="Patrick Mai" userId="6c527acd-99f3-48d4-ae51-756b0aca3cb1" providerId="ADAL" clId="{258DF44C-013D-4D04-93B9-BAF2EA383D21}" dt="2025-03-21T10:11:28.025" v="141"/>
          <ac:inkMkLst>
            <pc:docMk/>
            <pc:sldMk cId="2330778658" sldId="256"/>
            <ac:inkMk id="28" creationId="{09028D8B-E0B0-FEBE-BAC2-CFCB02331DDC}"/>
          </ac:inkMkLst>
        </pc:inkChg>
        <pc:inkChg chg="add">
          <ac:chgData name="Patrick Mai" userId="6c527acd-99f3-48d4-ae51-756b0aca3cb1" providerId="ADAL" clId="{258DF44C-013D-4D04-93B9-BAF2EA383D21}" dt="2025-03-21T10:11:01.482" v="120" actId="9405"/>
          <ac:inkMkLst>
            <pc:docMk/>
            <pc:sldMk cId="2330778658" sldId="256"/>
            <ac:inkMk id="30" creationId="{1BF650AF-22F1-5941-4926-9C141564176B}"/>
          </ac:inkMkLst>
        </pc:inkChg>
        <pc:inkChg chg="add mod">
          <ac:chgData name="Patrick Mai" userId="6c527acd-99f3-48d4-ae51-756b0aca3cb1" providerId="ADAL" clId="{258DF44C-013D-4D04-93B9-BAF2EA383D21}" dt="2025-03-21T10:11:28.025" v="141"/>
          <ac:inkMkLst>
            <pc:docMk/>
            <pc:sldMk cId="2330778658" sldId="256"/>
            <ac:inkMk id="31" creationId="{019A6307-9536-C4E3-8E89-7FA3EE812ECD}"/>
          </ac:inkMkLst>
        </pc:inkChg>
        <pc:inkChg chg="add mod">
          <ac:chgData name="Patrick Mai" userId="6c527acd-99f3-48d4-ae51-756b0aca3cb1" providerId="ADAL" clId="{258DF44C-013D-4D04-93B9-BAF2EA383D21}" dt="2025-03-21T10:11:28.025" v="141"/>
          <ac:inkMkLst>
            <pc:docMk/>
            <pc:sldMk cId="2330778658" sldId="256"/>
            <ac:inkMk id="32" creationId="{F6045458-0BE8-22A9-22A3-E23671B97534}"/>
          </ac:inkMkLst>
        </pc:inkChg>
        <pc:inkChg chg="add del mod">
          <ac:chgData name="Patrick Mai" userId="6c527acd-99f3-48d4-ae51-756b0aca3cb1" providerId="ADAL" clId="{258DF44C-013D-4D04-93B9-BAF2EA383D21}" dt="2025-03-21T10:11:12.998" v="126"/>
          <ac:inkMkLst>
            <pc:docMk/>
            <pc:sldMk cId="2330778658" sldId="256"/>
            <ac:inkMk id="33" creationId="{613AAB49-233C-294A-84DD-6AAE47116C4D}"/>
          </ac:inkMkLst>
        </pc:inkChg>
        <pc:inkChg chg="add mod">
          <ac:chgData name="Patrick Mai" userId="6c527acd-99f3-48d4-ae51-756b0aca3cb1" providerId="ADAL" clId="{258DF44C-013D-4D04-93B9-BAF2EA383D21}" dt="2025-03-21T10:11:28.025" v="141"/>
          <ac:inkMkLst>
            <pc:docMk/>
            <pc:sldMk cId="2330778658" sldId="256"/>
            <ac:inkMk id="36" creationId="{AB3D86CA-7BDD-808C-DE62-9AB1B8B4E023}"/>
          </ac:inkMkLst>
        </pc:inkChg>
        <pc:inkChg chg="add del">
          <ac:chgData name="Patrick Mai" userId="6c527acd-99f3-48d4-ae51-756b0aca3cb1" providerId="ADAL" clId="{258DF44C-013D-4D04-93B9-BAF2EA383D21}" dt="2025-03-21T10:11:28.614" v="143" actId="9405"/>
          <ac:inkMkLst>
            <pc:docMk/>
            <pc:sldMk cId="2330778658" sldId="256"/>
            <ac:inkMk id="38" creationId="{C56CAA9D-45C9-C099-B53F-AE7C0682DF92}"/>
          </ac:inkMkLst>
        </pc:inkChg>
        <pc:inkChg chg="add">
          <ac:chgData name="Patrick Mai" userId="6c527acd-99f3-48d4-ae51-756b0aca3cb1" providerId="ADAL" clId="{258DF44C-013D-4D04-93B9-BAF2EA383D21}" dt="2025-03-21T10:11:29.928" v="144" actId="9405"/>
          <ac:inkMkLst>
            <pc:docMk/>
            <pc:sldMk cId="2330778658" sldId="256"/>
            <ac:inkMk id="39" creationId="{708C05BC-2ED3-B787-2668-819D732EE640}"/>
          </ac:inkMkLst>
        </pc:inkChg>
      </pc:sldChg>
      <pc:sldChg chg="addSp delSp modSp new mod">
        <pc:chgData name="Patrick Mai" userId="6c527acd-99f3-48d4-ae51-756b0aca3cb1" providerId="ADAL" clId="{258DF44C-013D-4D04-93B9-BAF2EA383D21}" dt="2025-03-21T10:26:19.864" v="734" actId="9405"/>
        <pc:sldMkLst>
          <pc:docMk/>
          <pc:sldMk cId="843092350" sldId="257"/>
        </pc:sldMkLst>
        <pc:spChg chg="del">
          <ac:chgData name="Patrick Mai" userId="6c527acd-99f3-48d4-ae51-756b0aca3cb1" providerId="ADAL" clId="{258DF44C-013D-4D04-93B9-BAF2EA383D21}" dt="2025-03-21T10:12:22.249" v="160" actId="478"/>
          <ac:spMkLst>
            <pc:docMk/>
            <pc:sldMk cId="843092350" sldId="257"/>
            <ac:spMk id="2" creationId="{B63BB8B9-A2D0-5F28-1DAB-8B0D7EEB49C4}"/>
          </ac:spMkLst>
        </pc:spChg>
        <pc:spChg chg="del">
          <ac:chgData name="Patrick Mai" userId="6c527acd-99f3-48d4-ae51-756b0aca3cb1" providerId="ADAL" clId="{258DF44C-013D-4D04-93B9-BAF2EA383D21}" dt="2025-03-21T10:12:23.538" v="161" actId="478"/>
          <ac:spMkLst>
            <pc:docMk/>
            <pc:sldMk cId="843092350" sldId="257"/>
            <ac:spMk id="3" creationId="{50FBB5AC-D5A7-38A4-036D-9A0637B0B959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4" creationId="{56E0828C-E571-6525-1039-7F853A2CC5E0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5" creationId="{80EE27A0-B266-B77F-1E10-BFA61C21A2FB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6" creationId="{6AEAA1FC-C2F9-4D65-79DB-E4C0BCA11727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7" creationId="{C1232BEC-331D-A202-98B0-AA26FC4DA846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8" creationId="{95174211-E864-8A33-D40A-6F832FCF0FA5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9" creationId="{484BE0D2-45EB-B76D-FF39-26A2E06BDE9F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10" creationId="{718EE28E-19BC-7DB2-3346-CA68ED44F460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11" creationId="{2C192648-38B8-FCD0-BC4B-905C565F95D6}"/>
          </ac:spMkLst>
        </pc:spChg>
        <pc:spChg chg="add mod">
          <ac:chgData name="Patrick Mai" userId="6c527acd-99f3-48d4-ae51-756b0aca3cb1" providerId="ADAL" clId="{258DF44C-013D-4D04-93B9-BAF2EA383D21}" dt="2025-03-21T10:17:26.817" v="295" actId="1076"/>
          <ac:spMkLst>
            <pc:docMk/>
            <pc:sldMk cId="843092350" sldId="257"/>
            <ac:spMk id="12" creationId="{F8FF9B7F-9142-AE88-96EF-10A02A75873A}"/>
          </ac:spMkLst>
        </pc:spChg>
        <pc:spChg chg="add mod">
          <ac:chgData name="Patrick Mai" userId="6c527acd-99f3-48d4-ae51-756b0aca3cb1" providerId="ADAL" clId="{258DF44C-013D-4D04-93B9-BAF2EA383D21}" dt="2025-03-21T10:14:59.798" v="236" actId="1076"/>
          <ac:spMkLst>
            <pc:docMk/>
            <pc:sldMk cId="843092350" sldId="257"/>
            <ac:spMk id="14" creationId="{D9E3E06D-3CCF-844C-A636-E3B520251D73}"/>
          </ac:spMkLst>
        </pc:spChg>
        <pc:spChg chg="add mod">
          <ac:chgData name="Patrick Mai" userId="6c527acd-99f3-48d4-ae51-756b0aca3cb1" providerId="ADAL" clId="{258DF44C-013D-4D04-93B9-BAF2EA383D21}" dt="2025-03-21T10:15:04.735" v="237" actId="1076"/>
          <ac:spMkLst>
            <pc:docMk/>
            <pc:sldMk cId="843092350" sldId="257"/>
            <ac:spMk id="15" creationId="{EE58B9A0-8941-E785-9FF6-17D3DCEF5E65}"/>
          </ac:spMkLst>
        </pc:spChg>
        <pc:spChg chg="add mod">
          <ac:chgData name="Patrick Mai" userId="6c527acd-99f3-48d4-ae51-756b0aca3cb1" providerId="ADAL" clId="{258DF44C-013D-4D04-93B9-BAF2EA383D21}" dt="2025-03-21T10:17:13.658" v="293" actId="1076"/>
          <ac:spMkLst>
            <pc:docMk/>
            <pc:sldMk cId="843092350" sldId="257"/>
            <ac:spMk id="17" creationId="{5ED76A20-91A9-7239-4294-157FE20EDDCC}"/>
          </ac:spMkLst>
        </pc:spChg>
        <pc:spChg chg="add mod">
          <ac:chgData name="Patrick Mai" userId="6c527acd-99f3-48d4-ae51-756b0aca3cb1" providerId="ADAL" clId="{258DF44C-013D-4D04-93B9-BAF2EA383D21}" dt="2025-03-21T10:18:32.277" v="370" actId="14100"/>
          <ac:spMkLst>
            <pc:docMk/>
            <pc:sldMk cId="843092350" sldId="257"/>
            <ac:spMk id="18" creationId="{C52D1CC0-9A26-FFC1-E873-BEF88C4B8F0B}"/>
          </ac:spMkLst>
        </pc:spChg>
        <pc:spChg chg="add mod">
          <ac:chgData name="Patrick Mai" userId="6c527acd-99f3-48d4-ae51-756b0aca3cb1" providerId="ADAL" clId="{258DF44C-013D-4D04-93B9-BAF2EA383D21}" dt="2025-03-21T10:19:15.123" v="416" actId="20577"/>
          <ac:spMkLst>
            <pc:docMk/>
            <pc:sldMk cId="843092350" sldId="257"/>
            <ac:spMk id="24" creationId="{E79019E6-115E-8BD1-7B25-4022604C816A}"/>
          </ac:spMkLst>
        </pc:spChg>
        <pc:spChg chg="add mod">
          <ac:chgData name="Patrick Mai" userId="6c527acd-99f3-48d4-ae51-756b0aca3cb1" providerId="ADAL" clId="{258DF44C-013D-4D04-93B9-BAF2EA383D21}" dt="2025-03-21T10:20:36.514" v="461" actId="20577"/>
          <ac:spMkLst>
            <pc:docMk/>
            <pc:sldMk cId="843092350" sldId="257"/>
            <ac:spMk id="25" creationId="{EE4A9C05-728B-BF01-C0D0-718CAF481FF7}"/>
          </ac:spMkLst>
        </pc:spChg>
        <pc:spChg chg="add mod">
          <ac:chgData name="Patrick Mai" userId="6c527acd-99f3-48d4-ae51-756b0aca3cb1" providerId="ADAL" clId="{258DF44C-013D-4D04-93B9-BAF2EA383D21}" dt="2025-03-21T10:26:09.405" v="732" actId="20577"/>
          <ac:spMkLst>
            <pc:docMk/>
            <pc:sldMk cId="843092350" sldId="257"/>
            <ac:spMk id="26" creationId="{E3D98322-021A-B5B6-FBC6-7416920B4081}"/>
          </ac:spMkLst>
        </pc:spChg>
        <pc:grpChg chg="mod">
          <ac:chgData name="Patrick Mai" userId="6c527acd-99f3-48d4-ae51-756b0aca3cb1" providerId="ADAL" clId="{258DF44C-013D-4D04-93B9-BAF2EA383D21}" dt="2025-03-21T10:19:01.409" v="379"/>
          <ac:grpSpMkLst>
            <pc:docMk/>
            <pc:sldMk cId="843092350" sldId="257"/>
            <ac:grpSpMk id="21" creationId="{79DC9331-1BFF-9C5C-F895-604742C85BD7}"/>
          </ac:grpSpMkLst>
        </pc:grpChg>
        <pc:inkChg chg="add mod">
          <ac:chgData name="Patrick Mai" userId="6c527acd-99f3-48d4-ae51-756b0aca3cb1" providerId="ADAL" clId="{258DF44C-013D-4D04-93B9-BAF2EA383D21}" dt="2025-03-21T10:19:01.409" v="379"/>
          <ac:inkMkLst>
            <pc:docMk/>
            <pc:sldMk cId="843092350" sldId="257"/>
            <ac:inkMk id="19" creationId="{411EC988-B7A2-153E-8C46-39ED1EBC8520}"/>
          </ac:inkMkLst>
        </pc:inkChg>
        <pc:inkChg chg="add del mod">
          <ac:chgData name="Patrick Mai" userId="6c527acd-99f3-48d4-ae51-756b0aca3cb1" providerId="ADAL" clId="{258DF44C-013D-4D04-93B9-BAF2EA383D21}" dt="2025-03-21T10:19:01.409" v="379"/>
          <ac:inkMkLst>
            <pc:docMk/>
            <pc:sldMk cId="843092350" sldId="257"/>
            <ac:inkMk id="20" creationId="{1BBDAC27-DE7B-3E2A-26F5-997D8F5E664F}"/>
          </ac:inkMkLst>
        </pc:inkChg>
        <pc:inkChg chg="add del">
          <ac:chgData name="Patrick Mai" userId="6c527acd-99f3-48d4-ae51-756b0aca3cb1" providerId="ADAL" clId="{258DF44C-013D-4D04-93B9-BAF2EA383D21}" dt="2025-03-21T10:19:00.937" v="377" actId="9405"/>
          <ac:inkMkLst>
            <pc:docMk/>
            <pc:sldMk cId="843092350" sldId="257"/>
            <ac:inkMk id="22" creationId="{D9F2CA8A-34EE-305F-8A2B-35DC10A30BF0}"/>
          </ac:inkMkLst>
        </pc:inkChg>
        <pc:inkChg chg="add">
          <ac:chgData name="Patrick Mai" userId="6c527acd-99f3-48d4-ae51-756b0aca3cb1" providerId="ADAL" clId="{258DF44C-013D-4D04-93B9-BAF2EA383D21}" dt="2025-03-21T10:18:59.750" v="375"/>
          <ac:inkMkLst>
            <pc:docMk/>
            <pc:sldMk cId="843092350" sldId="257"/>
            <ac:inkMk id="23" creationId="{D96FCE92-BA58-53F7-6167-990C331614ED}"/>
          </ac:inkMkLst>
        </pc:inkChg>
        <pc:inkChg chg="add">
          <ac:chgData name="Patrick Mai" userId="6c527acd-99f3-48d4-ae51-756b0aca3cb1" providerId="ADAL" clId="{258DF44C-013D-4D04-93B9-BAF2EA383D21}" dt="2025-03-21T10:26:18.651" v="733" actId="9405"/>
          <ac:inkMkLst>
            <pc:docMk/>
            <pc:sldMk cId="843092350" sldId="257"/>
            <ac:inkMk id="27" creationId="{2E04C211-488F-095A-2A0A-BA13B688BC99}"/>
          </ac:inkMkLst>
        </pc:inkChg>
        <pc:inkChg chg="add">
          <ac:chgData name="Patrick Mai" userId="6c527acd-99f3-48d4-ae51-756b0aca3cb1" providerId="ADAL" clId="{258DF44C-013D-4D04-93B9-BAF2EA383D21}" dt="2025-03-21T10:26:19.864" v="734" actId="9405"/>
          <ac:inkMkLst>
            <pc:docMk/>
            <pc:sldMk cId="843092350" sldId="257"/>
            <ac:inkMk id="28" creationId="{56F2C0C7-2FB7-A6BE-947A-73E478893ED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8:5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1117 24575,'1'-7'0,"-1"1"0,1-1 0,1 0 0,-1 1 0,5-10 0,1-8 0,1-4 0,1 1 0,1 0 0,1 1 0,18-30 0,68-97 0,-66 106 0,188-242 0,-180 245 0,2 1 0,1 3 0,3 2 0,1 1 0,1 3 0,2 1 0,82-39 0,-109 62 0,0 2 0,1 0 0,0 1 0,0 2 0,1 0 0,39-2 0,144 8 0,-123 2 0,-7-1-1365,-13-1-5461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8:54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24575,'1'50'0,"3"-1"0,1 1 0,3-1 0,2 0 0,2-1 0,23 57 0,-8-38 0,4-1 0,2-2 0,65 95 0,-74-123 0,2-2 0,2-1 0,39 38 0,-56-60 0,1-1 0,0 0 0,1-1 0,-1-1 0,2 0 0,-1 0 0,1-2 0,0 0 0,1 0 0,0-1 0,-1-1 0,27 4 0,193 5 0,260 8-1365,-432-21-5461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9:1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24575,'42'1'0,"1"1"0,-1 2 0,0 2 0,-1 2 0,0 2 0,0 1 0,-1 2 0,66 32 0,-52-18 0,101 56 0,-134-69 0,0 0 0,-2 1 0,0 1 0,0 1 0,17 21 0,23 39 0,-3 2 0,48 90 0,-85-133 0,-2 0 0,-1 2 0,-1 0 0,-3 0 0,-1 1 0,9 55 0,-10-45-1365,1-7-5461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9:18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1195 24575,'-1'0'0,"1"-1"0,-1 1 0,1-1 0,-1 0 0,0 0 0,1 1 0,0-1 0,-1 0 0,1 0 0,-1 1 0,1-1 0,0 0 0,0 0 0,-1 0 0,1 0 0,0 0 0,0 0 0,0 1 0,0-1 0,0 0 0,0 0 0,0 0 0,0 0 0,0 0 0,1 0 0,-1 1 0,1-2 0,15-22 0,-11 17 0,29-36 0,1 2 0,65-58 0,69-55 0,-98 87 0,-55 51 0,-1 0 0,0-1 0,-2 0 0,0-1 0,-1 0 0,15-30 0,-13 15 0,-1 0 0,-1 0 0,9-45 0,-4 6-341,-4 0 0,-2-1-1,0-76 1,-11 105-6485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9:36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24028,'786'140'0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9:5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9748 0 24575,'-61'2'0,"0"3"0,-67 13 0,-114 37 0,166-35 0,2 4 0,0 2 0,-133 70 0,122-54 0,-142 50 0,186-77 0,-749 242-947,358-124 195,-278 75 704,233-93-5088,294-74 4298,-211 44 598,-3-26 281,57-45 1890,142-11 2928,-833 71-3820,914-64-948,-632 84-91,484-56 0,-267 8 0,5-40 0,481-7 0,-3-1 0,-79 9 0,115-6 0,0 1 0,1 1 0,-1 0 0,1 1 0,-1 0 0,1 1 0,0 0 0,1 1 0,-1 0 0,1 1 0,-11 8 0,6-1 0,0 1 0,1 0 0,1 1 0,0 1 0,1 0 0,-20 34 0,-9 25 0,-3-2 0,-63 79 0,-16-2 0,-75 95 0,153-183 0,3 2 0,-36 74 0,29-50-1,32-60-340,1 0 0,2 2 0,-20 56 0,26-53-6485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09:5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5835 0 24575,'-2'29'0,"-1"-1"0,-9 44 0,0-5 0,-36 433 0,34 2 0,9-226 0,5-267 0,-2 60 0,-18 123 0,17-173 0,-2-1 0,1 1 0,-2-1 0,-1 0 0,0 0 0,-1-1 0,-1 1 0,-1-2 0,0 0 0,-1 0 0,-18 19 0,22-28 0,-1 0 0,0 0 0,0-1 0,-1 0 0,1-1 0,-1 0 0,0-1 0,-1 1 0,1-2 0,-1 1 0,0-1 0,-14 2 0,-8-1 0,0-1 0,-53-3 0,47-1 0,-46 5 0,-6 12 0,-158 50 0,127-31 0,-320 79 0,-109 31 0,397-96 0,79-23 0,-150 31 0,-130-25-2582,-7-30-1151,226-2 3264,-992-5 115,1091 5 354,-1 1 0,0 3 0,1 0 0,-1 3 0,1 1 0,-68 24 0,-78 37 576,-339 137 333,478-187-1192,1 2 1,0 2-1,-56 42 0,92-60 438,-1 1 0,1 0-1,0 1 1,0-1 0,1 1-1,0 1 1,0-1 0,1 1-1,0-1 1,0 1 0,1 0-1,0 1 1,0-1 0,-1 9-1,1-4 65,1 0 0,1 0-1,0 0 1,1 0 0,0 0-1,1 0 1,0 0 0,5 20-1,7 6-5913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0:01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24575,'3'0'0,"-1"0"0,0 0 0,0 1 0,0-1 0,1 1 0,-1 0 0,0 0 0,0 0 0,0 0 0,0 0 0,0 0 0,-1 0 0,1 1 0,0-1 0,-1 1 0,1-1 0,2 4 0,23 35 0,-19-25 0,8 11 0,-2 1 0,-1 1 0,-1 0 0,-2 1 0,13 52 0,-13-26 0,-2 0 0,0 76 0,-5-70 0,2 0 0,3 0 0,2-1 0,3 0 0,3-1 0,2-1 0,3-1 0,30 59 0,-40-96 0,0-1 0,2 0 0,0-1 0,1 0 0,29 27 0,-4-10 0,58 40 0,-73-57 0,-2 1 0,0 1 0,-1 2 0,-1 0 0,-1 1 0,-1 0 0,-2 2 0,0 0 0,-1 1 0,18 44 0,19 47 0,37 90 0,-67-149 0,23 97 0,-38-116 6,-1 1-1,0 61 0,-12 82-47,1-50-1297,5-82-5487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0:4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24575,'65'4'0,"1"2"0,124 30 0,-150-27 0,340 83 0,-154-35 0,-88-27 0,-54-13 0,90 31 0,97 59 0,-199-79 0,74 40 0,-121-55 0,-2 1 0,0 2 0,0 0 0,-2 2 0,0 0 0,31 35 0,-18-9 0,-2 1 0,-2 1 0,27 58 0,63 161 0,-28-57 0,185 312-349,-184-370 175,153 188-1,-176-264 175,-3-4 0,-61-61 48,-1 1 0,0-1 0,0 1-1,-1 0 1,0 1 0,-1-1 0,0 1 0,0-1 0,-2 1 0,1 0-1,0 15 1,5 26 76,2-17-319,2 0 0,2-1 0,1-1 0,1 0 0,2-1 0,28 40 0,-10-17-6631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01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24575,'0'8'0,"0"19"0,0 27 0,0 13 0,0 3 0,0 5 0,0 14 0,8 22 0,10 33 0,10 14 0,1-3 0,3-20 0,-5-26 0,-5-23 0,-8-26-8191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0:42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0:42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0:4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6566 1 24575,'10'24'0,"0"0"0,-2 0 0,-1 1 0,5 30 0,-3-14 0,18 76 0,115 559 0,-140-661 0,14 107 0,-15-111 0,-1 0 0,-1 0 0,1-1 0,-2 1 0,1-1 0,-2 1 0,1-1 0,-8 17 0,8-22 0,-1 0 0,0 0 0,0 0 0,0-1 0,0 1 0,-1-1 0,0 0 0,0 0 0,0 0 0,0-1 0,-1 1 0,1-1 0,-1 0 0,-10 5 0,1-3 0,1 0 0,-2-1 0,1-1 0,-26 4 0,-54 0 0,-146-7 0,211-1 0,-1125-36-791,1064 37 791,-1 3 0,-157 27 0,-132 11 16,-10-28-205,344-12 118,-1755 5-1094,1296-9 966,176 27 2008,23-1-1219,204-23-590,-194-26 0,209 12-113,-303-39-1139,339 50-5574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06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24575,'0'8'0,"0"10"0,7 10 0,4 8 0,-1 6 0,-2 4 0,5 17 0,2 6 0,-3 15 0,-3 16 0,-3 8 0,-3-8 0,-1-12 0,-2-21-8191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2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1 24575,'-1'9'0,"0"1"0,0-1 0,-1 0 0,-1 1 0,1-1 0,-7 13 0,0 2 0,-18 61 0,4 0 0,3 2 0,-15 160 0,13 88 0,-13 159 0,-24-79 0,-2 30 0,44 122 0,-4-276 0,1-52 0,19-196 0,1 344 0,2-373 0,0 0 0,1-1 0,0 1 0,1-1 0,0 0 0,1 0 0,10 18 0,56 81 0,-40-68 0,11 18 0,-21-34 0,-2 0 0,-1 1 0,-1 1 0,-1 1 0,11 34 0,17 95 0,11 35 0,-18-102 0,66 120 0,70 79 0,-146-249 0,2 0 0,52 57 0,-68-87 0,1 0 0,0 0 0,0-2 0,1 0 0,1 0 0,0-2 0,0 0 0,1 0 0,0-2 0,24 8 0,-23-8 0,1 1 0,-1 1 0,-1 0 0,1 2 0,-2 0 0,1 0 0,24 25 0,34 22 0,4-2 0,-26-17 0,68 36 0,-92-59 0,1-1 0,1-2 0,0-1 0,51 12 0,153 16 0,-7-2 0,287 97 0,94 19 0,-461-137 0,-26-4 0,297 65 0,-292-59 0,600 84 0,8-46 0,-307-58 0,-258-2 0,-117 0 0,90-17 0,34-2 0,388 18 0,-290 7 0,-195-2 0,98-3 0,-166 0-151,-1 0-1,1-1 0,-1 0 0,0-1 1,0 0-1,-1-1 0,1 0 1,19-13-1,-1 0-6674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1:2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0 24575,'0'8'0,"0"10"0,0 18 0,0 27 0,0 26 0,0 5 0,0 3 0,0-8 0,-7-10 0,-4-12 0,-6-8 0,-2-7 0,-4-13 0,-7 4 0,3 1 0,-3 2 0,-4 1 0,3-8-8191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18:56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24575,'1'2'0,"0"0"0,1 0 0,-1 0 0,1 0 0,-1 0 0,1 0 0,0-1 0,0 1 0,0 0 0,0-1 0,0 0 0,0 1 0,0-1 0,3 1 0,7 5 0,55 30 0,101 40 0,82 17 0,-212-80 0,600 207 0,-591-208 0,-1-2 0,1-2 0,54 3 0,241-6 0,-201-8 0,1382 1 0,-1490 4 0,1 1 0,-1 1 0,0 2 0,0 2 0,34 13 0,42 11 0,21-3 0,127 35 0,-31 3 0,326 118 0,-309-93 2,-146-58-1369,-40-14-5459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26:18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2667 0 24575,'-35'2'0,"-51"7"0,38-2 0,-712 143-763,15 62-112,28 11 1272,698-219-242,-1 0 0,0-1 0,0-1 0,0 0-1,0-2 1,-1-1 0,-22-3 0,-17 0-1518,28 3-5463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1T10:26:19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6D75-4FDB-A989-BE44-A44DD5E09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55F39-56BF-1496-1639-B45D19465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B500-0CBC-70B8-FC80-36320E4B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94FE9-1148-E43D-E074-B312A68F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F5D5C-03EC-429F-646B-DF9CEC7E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FB99-D495-9BC0-E41E-22CA1B60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A57B-D9F3-8FD7-5899-3CFD9C27F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E8C48-69A9-AA8C-3F5A-80DC9288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A23F8-7A9E-AE4B-DB07-AE0AAB2B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4A26E-A234-A9B0-AAD6-260FD793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0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5515-3567-7D32-2D1B-26883B26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F9DBE-3CC8-E86A-B790-38DF75965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F0ECD-812E-6E9E-5B1B-449C1829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9962-1C95-3E87-98D0-D98C5462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937C-5F10-E5C2-147A-442A815D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5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A2DA-BAAD-0880-C054-3DB9DF2E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8286-D854-1219-BA12-5B529CB34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0BC3D-AF71-C6B3-0827-C48A8B648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F297-0FC6-DB4F-BA5E-6B3FEA81E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19352-7A80-3327-EE00-EDFA6926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8EEA6-BFEC-3BBF-677E-3E13F6AB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9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9B5E-937C-E637-1991-4792FA6B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1221-8C68-A0F1-4CCA-1DAEBC94B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496F6-0646-EE84-99B2-33BA3FD6D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9733E-1F18-2ACE-5CC0-1E8991A32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B585C7-7FC0-A8ED-3218-EABC62F2C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66BDF-0F1B-45AD-D465-5EE732A09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A0D2FC-FE97-5EEB-97C4-81D1794F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2E406-937D-4478-D3E7-16E491A5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4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E8A8-69A7-11F5-F1D7-FCD48B8B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40FF0-DB02-6C3B-B6C5-8437853E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3E0CD-3D8D-25AD-3AA8-A4229196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C8EFF-05CD-F3FD-637B-ECF31012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3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E09F8-CDC7-DFE1-4C6A-78D5DB44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2BFEF-7E59-29AB-2B13-ADA8EC1D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CBE5-74C5-1335-613F-4DF2B9D1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6DC7-1D7B-4847-6B51-15D5A4D3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9408-10E0-ED06-A85F-1DC7D5F1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A74C7-76DA-3A79-2CFF-77EA50955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A45ED-6B41-DCA4-4D9D-B8040C33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9B528-77C5-2454-052A-6825A64C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7DCE-890A-E837-F882-2DBEA9E5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6477-31F3-7074-8BC6-64140D8A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CD267-A457-E00D-4294-275E52A3A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FC923-35D2-825F-786C-E2731BFED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F6F66-D847-B3D7-604D-77C906A3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C3440-1171-21C5-204D-A0A37D4B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E8496-AC1C-DA0C-A88C-F29B75B3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6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6CB6-53F0-FA11-59CC-E794C203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0A9D8-D711-3339-30BF-AA8599C1C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C8BC0-7B10-4729-F6D1-FBCD8833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26035-CAB2-00A4-80E0-71F8E5E6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41777-4C63-5428-0CF1-082B0C96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F3322-85AF-5687-32AF-11A4A20CE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76D7A-FE0D-F8AA-DC7B-EFC1B735E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F27CD-8A81-C32C-9784-A4C33F8F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B03C4-E955-248E-141F-EEE2F1CF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81112-4DCF-411A-4D7C-A42916B8F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3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65DB1-CDA9-1B14-1308-2A1F4E45B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A985A-FBAF-25D0-B3C6-60504D88C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E38A6-8D8E-2EA9-5D2E-3FC43AAE0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C1824-8AEA-41F0-9682-B49E398EB8C6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5ACB1-DFB1-0D46-2019-25AAB0D85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FCF70-4044-465B-7DD4-EA709400C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3F1A5-3495-4B61-A628-E51758F79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7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4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customXml" Target="../ink/ink13.xml"/><Relationship Id="rId33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7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5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2.png"/><Relationship Id="rId30" Type="http://schemas.openxmlformats.org/officeDocument/2006/relationships/customXml" Target="../ink/ink16.xml"/><Relationship Id="rId8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17.png"/><Relationship Id="rId4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EBC52CFD-E4CE-5331-AF76-2F914624B7CE}"/>
              </a:ext>
            </a:extLst>
          </p:cNvPr>
          <p:cNvGrpSpPr/>
          <p:nvPr/>
        </p:nvGrpSpPr>
        <p:grpSpPr>
          <a:xfrm>
            <a:off x="223722" y="625569"/>
            <a:ext cx="8320089" cy="5976373"/>
            <a:chOff x="223722" y="625569"/>
            <a:chExt cx="8320089" cy="597637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8E7723B-3A9A-317B-B270-C16E7A43DE07}"/>
                </a:ext>
              </a:extLst>
            </p:cNvPr>
            <p:cNvSpPr/>
            <p:nvPr/>
          </p:nvSpPr>
          <p:spPr>
            <a:xfrm>
              <a:off x="223722" y="1080052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Video </a:t>
              </a:r>
              <a:r>
                <a:rPr lang="nb-NO" dirty="0" err="1"/>
                <a:t>upload</a:t>
              </a:r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D9D7261-E405-298E-BACA-0A9D963F2404}"/>
                </a:ext>
              </a:extLst>
            </p:cNvPr>
            <p:cNvSpPr/>
            <p:nvPr/>
          </p:nvSpPr>
          <p:spPr>
            <a:xfrm>
              <a:off x="1786514" y="1080052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Blur </a:t>
              </a:r>
              <a:r>
                <a:rPr lang="nb-NO" dirty="0" err="1"/>
                <a:t>faces</a:t>
              </a:r>
              <a:endParaRPr lang="en-US" dirty="0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FE1B0E-7D60-5091-ADE1-F68B376E5E31}"/>
                    </a:ext>
                  </a:extLst>
                </p14:cNvPr>
                <p14:cNvContentPartPr/>
                <p14:nvPr/>
              </p14:nvContentPartPr>
              <p14:xfrm>
                <a:off x="3091811" y="860662"/>
                <a:ext cx="541800" cy="402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FE1B0E-7D60-5091-ADE1-F68B376E5E3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85331" y="854542"/>
                  <a:ext cx="5540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4CC77D-A42F-ECFC-0BEC-8507BBF1C23F}"/>
                    </a:ext>
                  </a:extLst>
                </p14:cNvPr>
                <p14:cNvContentPartPr/>
                <p14:nvPr/>
              </p14:nvContentPartPr>
              <p14:xfrm>
                <a:off x="3125291" y="1545382"/>
                <a:ext cx="504000" cy="383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4CC77D-A42F-ECFC-0BEC-8507BBF1C2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19171" y="1539262"/>
                  <a:ext cx="516240" cy="3956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71FB8CD-CBB0-E5A9-69D2-9DB9BBBD0FD4}"/>
                </a:ext>
              </a:extLst>
            </p:cNvPr>
            <p:cNvSpPr/>
            <p:nvPr/>
          </p:nvSpPr>
          <p:spPr>
            <a:xfrm>
              <a:off x="3747567" y="625569"/>
              <a:ext cx="709953" cy="40248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 err="1"/>
                <a:t>Yes</a:t>
              </a:r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22F5A24-7847-798F-E022-8F04C212D55F}"/>
                </a:ext>
              </a:extLst>
            </p:cNvPr>
            <p:cNvSpPr/>
            <p:nvPr/>
          </p:nvSpPr>
          <p:spPr>
            <a:xfrm>
              <a:off x="3747567" y="1737082"/>
              <a:ext cx="709953" cy="40248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No</a:t>
              </a:r>
              <a:endParaRPr lang="en-US" dirty="0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D11843-EA28-C47C-FBBE-2C1AEBF7FBCF}"/>
                    </a:ext>
                  </a:extLst>
                </p14:cNvPr>
                <p14:cNvContentPartPr/>
                <p14:nvPr/>
              </p14:nvContentPartPr>
              <p14:xfrm>
                <a:off x="4522091" y="814222"/>
                <a:ext cx="407880" cy="381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D11843-EA28-C47C-FBBE-2C1AEBF7FB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15971" y="808102"/>
                  <a:ext cx="4201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3A0C0A-F6DE-5A9B-6ACE-4A4BE912CB55}"/>
                    </a:ext>
                  </a:extLst>
                </p14:cNvPr>
                <p14:cNvContentPartPr/>
                <p14:nvPr/>
              </p14:nvContentPartPr>
              <p14:xfrm>
                <a:off x="4635491" y="1481302"/>
                <a:ext cx="236160" cy="430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3A0C0A-F6DE-5A9B-6ACE-4A4BE912CB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29371" y="1475182"/>
                  <a:ext cx="2484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E79574-3CD5-A5AC-E27A-9672F1FB0001}"/>
                    </a:ext>
                  </a:extLst>
                </p14:cNvPr>
                <p14:cNvContentPartPr/>
                <p14:nvPr/>
              </p14:nvContentPartPr>
              <p14:xfrm>
                <a:off x="1495571" y="1445662"/>
                <a:ext cx="283320" cy="50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E79574-3CD5-A5AC-E27A-9672F1FB00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9451" y="1439542"/>
                  <a:ext cx="295560" cy="63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495B0F4-3F09-6128-E30E-74A3ABE44566}"/>
                </a:ext>
              </a:extLst>
            </p:cNvPr>
            <p:cNvSpPr/>
            <p:nvPr/>
          </p:nvSpPr>
          <p:spPr>
            <a:xfrm>
              <a:off x="5049622" y="1004842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Source of data</a:t>
              </a:r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BBEBB09-4672-7690-00E1-3E0557FBB320}"/>
                </a:ext>
              </a:extLst>
            </p:cNvPr>
            <p:cNvGrpSpPr/>
            <p:nvPr/>
          </p:nvGrpSpPr>
          <p:grpSpPr>
            <a:xfrm>
              <a:off x="1893371" y="2011222"/>
              <a:ext cx="4494240" cy="1218600"/>
              <a:chOff x="1893371" y="2011222"/>
              <a:chExt cx="4494240" cy="12186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B0088465-6864-5ADE-BBEE-19FCA6CD3124}"/>
                      </a:ext>
                    </a:extLst>
                  </p14:cNvPr>
                  <p14:cNvContentPartPr/>
                  <p14:nvPr/>
                </p14:nvContentPartPr>
                <p14:xfrm>
                  <a:off x="1893371" y="2044342"/>
                  <a:ext cx="3509640" cy="1099800"/>
                </p14:xfrm>
              </p:contentPart>
            </mc:Choice>
            <mc:Fallback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B0088465-6864-5ADE-BBEE-19FCA6CD3124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887251" y="2038222"/>
                    <a:ext cx="3521880" cy="1112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7F4F6A0F-E88C-7642-5E08-9440D895576B}"/>
                      </a:ext>
                    </a:extLst>
                  </p14:cNvPr>
                  <p14:cNvContentPartPr/>
                  <p14:nvPr/>
                </p14:nvContentPartPr>
                <p14:xfrm>
                  <a:off x="3568451" y="2027782"/>
                  <a:ext cx="2100600" cy="1202040"/>
                </p14:xfrm>
              </p:contentPart>
            </mc:Choice>
            <mc:Fallback>
              <p:pic>
                <p:nvPicPr>
                  <p:cNvPr id="18" name="Ink 17">
                    <a:extLst>
                      <a:ext uri="{FF2B5EF4-FFF2-40B4-BE49-F238E27FC236}">
                        <a16:creationId xmlns:a16="http://schemas.microsoft.com/office/drawing/2014/main" id="{7F4F6A0F-E88C-7642-5E08-9440D895576B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3562331" y="2021662"/>
                    <a:ext cx="2112840" cy="121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52276DE2-D6A6-F7A4-45E5-525E66D10866}"/>
                      </a:ext>
                    </a:extLst>
                  </p14:cNvPr>
                  <p14:cNvContentPartPr/>
                  <p14:nvPr/>
                </p14:nvContentPartPr>
                <p14:xfrm>
                  <a:off x="6018251" y="2011222"/>
                  <a:ext cx="369360" cy="992160"/>
                </p14:xfrm>
              </p:contentPart>
            </mc:Choice>
            <mc:Fallback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52276DE2-D6A6-F7A4-45E5-525E66D10866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012131" y="2005102"/>
                    <a:ext cx="381600" cy="1004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F2F0EA8-E5FF-916B-F313-2B443429D43D}"/>
                </a:ext>
              </a:extLst>
            </p:cNvPr>
            <p:cNvSpPr/>
            <p:nvPr/>
          </p:nvSpPr>
          <p:spPr>
            <a:xfrm>
              <a:off x="1390997" y="3286476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None</a:t>
              </a:r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B0E2CCC-44BF-CB15-C13E-0C4EA9013318}"/>
                </a:ext>
              </a:extLst>
            </p:cNvPr>
            <p:cNvSpPr/>
            <p:nvPr/>
          </p:nvSpPr>
          <p:spPr>
            <a:xfrm>
              <a:off x="3045157" y="3328822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1080</a:t>
              </a:r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CC8E574-C8DD-4A5D-7FA3-159F5E7D341B}"/>
                </a:ext>
              </a:extLst>
            </p:cNvPr>
            <p:cNvSpPr/>
            <p:nvPr/>
          </p:nvSpPr>
          <p:spPr>
            <a:xfrm>
              <a:off x="5669051" y="3328822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Force plate</a:t>
              </a:r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B5E0DCC-3E2B-5F7A-2FDD-D268806AE277}"/>
                </a:ext>
              </a:extLst>
            </p:cNvPr>
            <p:cNvSpPr/>
            <p:nvPr/>
          </p:nvSpPr>
          <p:spPr>
            <a:xfrm>
              <a:off x="7337743" y="3328821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?</a:t>
              </a:r>
              <a:endParaRPr lang="en-US" dirty="0"/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458CA27-7992-5531-CEBC-F405F48B56FA}"/>
                    </a:ext>
                  </a:extLst>
                </p14:cNvPr>
                <p14:cNvContentPartPr/>
                <p14:nvPr/>
              </p14:nvContentPartPr>
              <p14:xfrm>
                <a:off x="6300131" y="1928062"/>
                <a:ext cx="1212840" cy="1092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458CA27-7992-5531-CEBC-F405F48B56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94011" y="1921942"/>
                  <a:ext cx="1225080" cy="11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F650AF-22F1-5941-4926-9C141564176B}"/>
                    </a:ext>
                  </a:extLst>
                </p14:cNvPr>
                <p14:cNvContentPartPr/>
                <p14:nvPr/>
              </p14:nvContentPartPr>
              <p14:xfrm>
                <a:off x="3673571" y="4322062"/>
                <a:ext cx="64440" cy="485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F650AF-22F1-5941-4926-9C14156417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67451" y="4315942"/>
                  <a:ext cx="76680" cy="497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2D41677-2FE6-2228-C47B-A39E99674D47}"/>
                </a:ext>
              </a:extLst>
            </p:cNvPr>
            <p:cNvSpPr/>
            <p:nvPr/>
          </p:nvSpPr>
          <p:spPr>
            <a:xfrm>
              <a:off x="4326937" y="5167999"/>
              <a:ext cx="1206068" cy="8547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/>
                <a:t>File </a:t>
              </a:r>
              <a:r>
                <a:rPr lang="nb-NO" dirty="0" err="1"/>
                <a:t>upload</a:t>
              </a:r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08C6722-9BDA-912E-2EC4-AF9296972ADB}"/>
                </a:ext>
              </a:extLst>
            </p:cNvPr>
            <p:cNvGrpSpPr/>
            <p:nvPr/>
          </p:nvGrpSpPr>
          <p:grpSpPr>
            <a:xfrm>
              <a:off x="1861691" y="3773782"/>
              <a:ext cx="6018480" cy="2828160"/>
              <a:chOff x="1861691" y="3773782"/>
              <a:chExt cx="6018480" cy="28281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A1A183C6-5BE5-FE5B-A1E7-767D134BEBED}"/>
                      </a:ext>
                    </a:extLst>
                  </p14:cNvPr>
                  <p14:cNvContentPartPr/>
                  <p14:nvPr/>
                </p14:nvContentPartPr>
                <p14:xfrm>
                  <a:off x="7879811" y="3773782"/>
                  <a:ext cx="360" cy="360"/>
                </p14:xfrm>
              </p:contentPart>
            </mc:Choice>
            <mc:Fallback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A1A183C6-5BE5-FE5B-A1E7-767D134BEBED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7873691" y="376766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4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C95FF8AD-6464-E22E-3B8F-3BE22247374C}"/>
                      </a:ext>
                    </a:extLst>
                  </p14:cNvPr>
                  <p14:cNvContentPartPr/>
                  <p14:nvPr/>
                </p14:nvContentPartPr>
                <p14:xfrm>
                  <a:off x="7879811" y="3773782"/>
                  <a:ext cx="360" cy="360"/>
                </p14:xfrm>
              </p:contentPart>
            </mc:Choice>
            <mc:Fallback>
              <p:pic>
                <p:nvPicPr>
                  <p:cNvPr id="27" name="Ink 26">
                    <a:extLst>
                      <a:ext uri="{FF2B5EF4-FFF2-40B4-BE49-F238E27FC236}">
                        <a16:creationId xmlns:a16="http://schemas.microsoft.com/office/drawing/2014/main" id="{C95FF8AD-6464-E22E-3B8F-3BE22247374C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7873691" y="376766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09028D8B-E0B0-FEBE-BAC2-CFCB02331DDC}"/>
                      </a:ext>
                    </a:extLst>
                  </p14:cNvPr>
                  <p14:cNvContentPartPr/>
                  <p14:nvPr/>
                </p14:nvContentPartPr>
                <p14:xfrm>
                  <a:off x="7879811" y="3773782"/>
                  <a:ext cx="360" cy="360"/>
                </p14:xfrm>
              </p:contentPart>
            </mc:Choice>
            <mc:Fallback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09028D8B-E0B0-FEBE-BAC2-CFCB02331DDC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7873691" y="3767662"/>
                    <a:ext cx="1260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6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019A6307-9536-C4E3-8E89-7FA3EE812ECD}"/>
                      </a:ext>
                    </a:extLst>
                  </p14:cNvPr>
                  <p14:cNvContentPartPr/>
                  <p14:nvPr/>
                </p14:nvContentPartPr>
                <p14:xfrm>
                  <a:off x="3820451" y="4288942"/>
                  <a:ext cx="2451960" cy="51588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019A6307-9536-C4E3-8E89-7FA3EE812ECD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3814331" y="4282822"/>
                    <a:ext cx="2464200" cy="528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8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F6045458-0BE8-22A9-22A3-E23671B97534}"/>
                      </a:ext>
                    </a:extLst>
                  </p14:cNvPr>
                  <p14:cNvContentPartPr/>
                  <p14:nvPr/>
                </p14:nvContentPartPr>
                <p14:xfrm>
                  <a:off x="4787411" y="4787902"/>
                  <a:ext cx="35280" cy="308520"/>
                </p14:xfrm>
              </p:contentPart>
            </mc:Choice>
            <mc:Fallback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F6045458-0BE8-22A9-22A3-E23671B97534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4781291" y="4781782"/>
                    <a:ext cx="47520" cy="32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0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AB3D86CA-7BDD-808C-DE62-9AB1B8B4E023}"/>
                      </a:ext>
                    </a:extLst>
                  </p14:cNvPr>
                  <p14:cNvContentPartPr/>
                  <p14:nvPr/>
                </p14:nvContentPartPr>
                <p14:xfrm>
                  <a:off x="1861691" y="4189222"/>
                  <a:ext cx="2814840" cy="2412720"/>
                </p14:xfrm>
              </p:contentPart>
            </mc:Choice>
            <mc:Fallback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AB3D86CA-7BDD-808C-DE62-9AB1B8B4E023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1855571" y="4183102"/>
                    <a:ext cx="2827080" cy="242496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08C05BC-2ED3-B787-2668-819D732EE640}"/>
                    </a:ext>
                  </a:extLst>
                </p14:cNvPr>
                <p14:cNvContentPartPr/>
                <p14:nvPr/>
              </p14:nvContentPartPr>
              <p14:xfrm>
                <a:off x="4821251" y="6101182"/>
                <a:ext cx="82800" cy="363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08C05BC-2ED3-B787-2668-819D732EE6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5131" y="6095062"/>
                  <a:ext cx="95040" cy="37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81AB2B9-4B19-7BB8-7737-68055F49876D}"/>
              </a:ext>
            </a:extLst>
          </p:cNvPr>
          <p:cNvSpPr/>
          <p:nvPr/>
        </p:nvSpPr>
        <p:spPr>
          <a:xfrm>
            <a:off x="4443397" y="6649923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77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E0828C-E571-6525-1039-7F853A2CC5E0}"/>
              </a:ext>
            </a:extLst>
          </p:cNvPr>
          <p:cNvSpPr/>
          <p:nvPr/>
        </p:nvSpPr>
        <p:spPr>
          <a:xfrm>
            <a:off x="636356" y="2574235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None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E27A0-B266-B77F-1E10-BFA61C21A2FB}"/>
              </a:ext>
            </a:extLst>
          </p:cNvPr>
          <p:cNvSpPr txBox="1"/>
          <p:nvPr/>
        </p:nvSpPr>
        <p:spPr>
          <a:xfrm>
            <a:off x="1921153" y="2724731"/>
            <a:ext cx="47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&amp;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EAA1FC-C2F9-4D65-79DB-E4C0BCA11727}"/>
              </a:ext>
            </a:extLst>
          </p:cNvPr>
          <p:cNvSpPr/>
          <p:nvPr/>
        </p:nvSpPr>
        <p:spPr>
          <a:xfrm>
            <a:off x="2269687" y="2547185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Process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232BEC-331D-A202-98B0-AA26FC4DA846}"/>
              </a:ext>
            </a:extLst>
          </p:cNvPr>
          <p:cNvSpPr/>
          <p:nvPr/>
        </p:nvSpPr>
        <p:spPr>
          <a:xfrm>
            <a:off x="4436417" y="2478156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1080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74211-E864-8A33-D40A-6F832FCF0FA5}"/>
              </a:ext>
            </a:extLst>
          </p:cNvPr>
          <p:cNvSpPr txBox="1"/>
          <p:nvPr/>
        </p:nvSpPr>
        <p:spPr>
          <a:xfrm>
            <a:off x="5721214" y="2628652"/>
            <a:ext cx="47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&amp;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4BE0D2-45EB-B76D-FF39-26A2E06BDE9F}"/>
              </a:ext>
            </a:extLst>
          </p:cNvPr>
          <p:cNvSpPr/>
          <p:nvPr/>
        </p:nvSpPr>
        <p:spPr>
          <a:xfrm>
            <a:off x="6069748" y="2451106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Process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8EE28E-19BC-7DB2-3346-CA68ED44F460}"/>
              </a:ext>
            </a:extLst>
          </p:cNvPr>
          <p:cNvSpPr/>
          <p:nvPr/>
        </p:nvSpPr>
        <p:spPr>
          <a:xfrm>
            <a:off x="8296113" y="2451106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Force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92648-38B8-FCD0-BC4B-905C565F95D6}"/>
              </a:ext>
            </a:extLst>
          </p:cNvPr>
          <p:cNvSpPr txBox="1"/>
          <p:nvPr/>
        </p:nvSpPr>
        <p:spPr>
          <a:xfrm>
            <a:off x="9580910" y="2601602"/>
            <a:ext cx="47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&amp;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FF9B7F-9142-AE88-96EF-10A02A75873A}"/>
              </a:ext>
            </a:extLst>
          </p:cNvPr>
          <p:cNvSpPr/>
          <p:nvPr/>
        </p:nvSpPr>
        <p:spPr>
          <a:xfrm>
            <a:off x="9929444" y="2424056"/>
            <a:ext cx="1206068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Process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E3E06D-3CCF-844C-A636-E3B520251D73}"/>
              </a:ext>
            </a:extLst>
          </p:cNvPr>
          <p:cNvSpPr txBox="1"/>
          <p:nvPr/>
        </p:nvSpPr>
        <p:spPr>
          <a:xfrm>
            <a:off x="133232" y="220419"/>
            <a:ext cx="6097656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df_landmarks_raw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fps_video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capturing_length_video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total_frames_video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video_path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process_video_blured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video_path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show_pose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blur_faces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blur_facesuser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58B9A0-8941-E785-9FF6-17D3DCEF5E65}"/>
              </a:ext>
            </a:extLst>
          </p:cNvPr>
          <p:cNvSpPr/>
          <p:nvPr/>
        </p:nvSpPr>
        <p:spPr>
          <a:xfrm>
            <a:off x="6156299" y="330969"/>
            <a:ext cx="3386049" cy="854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Pose </a:t>
            </a:r>
            <a:r>
              <a:rPr lang="nb-NO" dirty="0" err="1"/>
              <a:t>estimation</a:t>
            </a:r>
            <a:r>
              <a:rPr lang="nb-NO" dirty="0"/>
              <a:t> and video </a:t>
            </a:r>
            <a:r>
              <a:rPr lang="nb-NO" dirty="0" err="1"/>
              <a:t>meta</a:t>
            </a:r>
            <a:r>
              <a:rPr lang="nb-NO" dirty="0"/>
              <a:t> data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D76A20-91A9-7239-4294-157FE20EDDCC}"/>
              </a:ext>
            </a:extLst>
          </p:cNvPr>
          <p:cNvSpPr txBox="1"/>
          <p:nvPr/>
        </p:nvSpPr>
        <p:spPr>
          <a:xfrm>
            <a:off x="2262556" y="1042128"/>
            <a:ext cx="28634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fill nans in the landmarks  </a:t>
            </a:r>
          </a:p>
          <a:p>
            <a:r>
              <a:rPr lang="en-US" sz="1100" dirty="0">
                <a:solidFill>
                  <a:srgbClr val="6A9955"/>
                </a:solidFill>
                <a:latin typeface="Consolas" panose="020B0609020204030204" pitchFamily="49" charset="0"/>
              </a:rPr>
              <a:t># filter the landmarks</a:t>
            </a:r>
          </a:p>
          <a:p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the joint angles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the center of mass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the velocity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the acceleration</a:t>
            </a:r>
            <a:endParaRPr lang="en-US" sz="11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2D1CC0-9A26-FFC1-E873-BEF88C4B8F0B}"/>
              </a:ext>
            </a:extLst>
          </p:cNvPr>
          <p:cNvSpPr/>
          <p:nvPr/>
        </p:nvSpPr>
        <p:spPr>
          <a:xfrm>
            <a:off x="636356" y="3579496"/>
            <a:ext cx="2839399" cy="21498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b-NO" dirty="0"/>
              <a:t>Blur face (0/1) and </a:t>
            </a:r>
            <a:r>
              <a:rPr lang="nb-NO" dirty="0" err="1"/>
              <a:t>overlay</a:t>
            </a:r>
            <a:r>
              <a:rPr lang="nb-NO" dirty="0"/>
              <a:t> </a:t>
            </a:r>
            <a:r>
              <a:rPr lang="nb-NO" dirty="0" err="1"/>
              <a:t>filtered</a:t>
            </a:r>
            <a:r>
              <a:rPr lang="nb-NO" dirty="0"/>
              <a:t> </a:t>
            </a:r>
            <a:r>
              <a:rPr lang="nb-NO" dirty="0" err="1"/>
              <a:t>landmarks</a:t>
            </a:r>
            <a:r>
              <a:rPr lang="nb-NO" dirty="0"/>
              <a:t> in the video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1EC988-B7A2-153E-8C46-39ED1EBC8520}"/>
                  </a:ext>
                </a:extLst>
              </p14:cNvPr>
              <p14:cNvContentPartPr/>
              <p14:nvPr/>
            </p14:nvContentPartPr>
            <p14:xfrm>
              <a:off x="2315426" y="5843911"/>
              <a:ext cx="1927440" cy="3985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1EC988-B7A2-153E-8C46-39ED1EBC85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8946" y="5837791"/>
                <a:ext cx="1939680" cy="41076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79019E6-115E-8BD1-7B25-4022604C816A}"/>
              </a:ext>
            </a:extLst>
          </p:cNvPr>
          <p:cNvSpPr/>
          <p:nvPr/>
        </p:nvSpPr>
        <p:spPr>
          <a:xfrm>
            <a:off x="4778594" y="5978795"/>
            <a:ext cx="1811050" cy="824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b-NO" dirty="0"/>
              <a:t>Video </a:t>
            </a:r>
            <a:r>
              <a:rPr lang="nb-NO" dirty="0" err="1"/>
              <a:t>download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E4A9C05-728B-BF01-C0D0-718CAF481FF7}"/>
              </a:ext>
            </a:extLst>
          </p:cNvPr>
          <p:cNvSpPr/>
          <p:nvPr/>
        </p:nvSpPr>
        <p:spPr>
          <a:xfrm>
            <a:off x="6069748" y="1337366"/>
            <a:ext cx="3386049" cy="85476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Warn</a:t>
            </a:r>
            <a:r>
              <a:rPr lang="nb-NO" dirty="0"/>
              <a:t> </a:t>
            </a:r>
            <a:r>
              <a:rPr lang="nb-NO" dirty="0" err="1"/>
              <a:t>user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 video sampling </a:t>
            </a:r>
            <a:r>
              <a:rPr lang="nb-NO" dirty="0" err="1"/>
              <a:t>freq</a:t>
            </a:r>
            <a:r>
              <a:rPr lang="nb-NO" dirty="0"/>
              <a:t> is to </a:t>
            </a:r>
            <a:r>
              <a:rPr lang="nb-NO" dirty="0" err="1"/>
              <a:t>low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D98322-021A-B5B6-FBC6-7416920B4081}"/>
              </a:ext>
            </a:extLst>
          </p:cNvPr>
          <p:cNvSpPr/>
          <p:nvPr/>
        </p:nvSpPr>
        <p:spPr>
          <a:xfrm>
            <a:off x="8161210" y="3496177"/>
            <a:ext cx="2839399" cy="3222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/>
              <a:t>Blur face (0/1)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/>
              <a:t>Downsample</a:t>
            </a:r>
            <a:r>
              <a:rPr lang="nb-NO" sz="1400" dirty="0"/>
              <a:t> force data to video </a:t>
            </a:r>
            <a:r>
              <a:rPr lang="nb-NO" sz="1400" dirty="0" err="1"/>
              <a:t>fs</a:t>
            </a:r>
            <a:endParaRPr lang="nb-N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/>
              <a:t>Calculate</a:t>
            </a:r>
            <a:r>
              <a:rPr lang="nb-NO" sz="1400" dirty="0"/>
              <a:t> com </a:t>
            </a:r>
            <a:r>
              <a:rPr lang="nb-NO" sz="1400" dirty="0" err="1"/>
              <a:t>position</a:t>
            </a:r>
            <a:r>
              <a:rPr lang="nb-NO" sz="1400" dirty="0"/>
              <a:t> from force 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/>
              <a:t>Scale</a:t>
            </a:r>
            <a:r>
              <a:rPr lang="nb-NO" sz="1400" dirty="0"/>
              <a:t> the com </a:t>
            </a:r>
            <a:r>
              <a:rPr lang="nb-NO" sz="1400" dirty="0" err="1"/>
              <a:t>position</a:t>
            </a:r>
            <a:r>
              <a:rPr lang="nb-NO" sz="1400" dirty="0"/>
              <a:t> from video from </a:t>
            </a:r>
            <a:r>
              <a:rPr lang="nb-NO" sz="1400" dirty="0" err="1"/>
              <a:t>pixel</a:t>
            </a:r>
            <a:r>
              <a:rPr lang="nb-NO" sz="1400" dirty="0"/>
              <a:t> to m </a:t>
            </a:r>
            <a:r>
              <a:rPr lang="nb-NO" sz="1400" dirty="0" err="1"/>
              <a:t>using</a:t>
            </a:r>
            <a:r>
              <a:rPr lang="nb-NO" sz="1400" dirty="0"/>
              <a:t> </a:t>
            </a:r>
            <a:r>
              <a:rPr lang="nb-NO" sz="1400" dirty="0" err="1"/>
              <a:t>peaks</a:t>
            </a:r>
            <a:r>
              <a:rPr lang="nb-NO" sz="1400" dirty="0"/>
              <a:t> from </a:t>
            </a:r>
            <a:r>
              <a:rPr lang="nb-NO" sz="1400" dirty="0" err="1"/>
              <a:t>both</a:t>
            </a:r>
            <a:r>
              <a:rPr lang="nb-NO" sz="1400" dirty="0"/>
              <a:t> </a:t>
            </a:r>
            <a:r>
              <a:rPr lang="nb-NO" sz="1400" dirty="0" err="1"/>
              <a:t>sources</a:t>
            </a:r>
            <a:endParaRPr lang="nb-N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/>
              <a:t>Use</a:t>
            </a:r>
            <a:r>
              <a:rPr lang="nb-NO" sz="1400" dirty="0"/>
              <a:t> com </a:t>
            </a:r>
            <a:r>
              <a:rPr lang="nb-NO" sz="1400" dirty="0" err="1"/>
              <a:t>position</a:t>
            </a:r>
            <a:r>
              <a:rPr lang="nb-NO" sz="1400" dirty="0"/>
              <a:t> from video and force data to </a:t>
            </a:r>
            <a:r>
              <a:rPr lang="nb-NO" sz="1400" dirty="0" err="1"/>
              <a:t>sync</a:t>
            </a:r>
            <a:endParaRPr lang="nb-NO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1400" dirty="0" err="1"/>
              <a:t>Create</a:t>
            </a:r>
            <a:r>
              <a:rPr lang="nb-NO" sz="1400" dirty="0"/>
              <a:t> </a:t>
            </a:r>
            <a:r>
              <a:rPr lang="nb-NO" sz="1400" dirty="0" err="1"/>
              <a:t>overlay</a:t>
            </a:r>
            <a:r>
              <a:rPr lang="nb-NO" sz="1400" dirty="0"/>
              <a:t> video force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E04C211-488F-095A-2A0A-BA13B688BC99}"/>
                  </a:ext>
                </a:extLst>
              </p14:cNvPr>
              <p14:cNvContentPartPr/>
              <p14:nvPr/>
            </p14:nvContentPartPr>
            <p14:xfrm>
              <a:off x="7080386" y="6112111"/>
              <a:ext cx="960120" cy="222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E04C211-488F-095A-2A0A-BA13B688BC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4266" y="6105991"/>
                <a:ext cx="9723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6F2C0C7-2FB7-A6BE-947A-73E478893ED6}"/>
                  </a:ext>
                </a:extLst>
              </p14:cNvPr>
              <p14:cNvContentPartPr/>
              <p14:nvPr/>
            </p14:nvContentPartPr>
            <p14:xfrm>
              <a:off x="12622226" y="5009071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6F2C0C7-2FB7-A6BE-947A-73E478893E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16106" y="500295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309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a79bfdb-0e58-447b-adf9-8c43df61dd77}" enabled="0" method="" siteId="{9a79bfdb-0e58-447b-adf9-8c43df61dd7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180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</vt:vector>
  </TitlesOfParts>
  <Company>NIH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Mai</dc:creator>
  <cp:lastModifiedBy>Patrick Mai</cp:lastModifiedBy>
  <cp:revision>1</cp:revision>
  <dcterms:created xsi:type="dcterms:W3CDTF">2025-03-21T10:07:34Z</dcterms:created>
  <dcterms:modified xsi:type="dcterms:W3CDTF">2025-03-21T10:26:20Z</dcterms:modified>
</cp:coreProperties>
</file>